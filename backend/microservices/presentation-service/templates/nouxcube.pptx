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4114800" cy="6858000"/>
          </a:xfrm>
          <a:prstGeom prst="rect">
            <a:avLst/>
          </a:prstGeom>
          <a:solidFill>
            <a:srgbClr val="0D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[TITLE]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7472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A90D9"/>
                </a:solidFill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7315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[SLIDE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E3A5F"/>
                </a:solidFill>
              </a:defRPr>
            </a:pPr>
            <a:r>
              <a:t>[Point 1]</a:t>
            </a:r>
          </a:p>
          <a:p>
            <a:pPr>
              <a:defRPr sz="2200">
                <a:solidFill>
                  <a:srgbClr val="1E3A5F"/>
                </a:solidFill>
              </a:defRPr>
            </a:pPr>
            <a:r>
              <a:t>[Point 2]</a:t>
            </a:r>
          </a:p>
          <a:p>
            <a:pPr>
              <a:defRPr sz="2200">
                <a:solidFill>
                  <a:srgbClr val="1E3A5F"/>
                </a:solidFill>
              </a:defRPr>
            </a:pPr>
            <a:r>
              <a:t>[Point 3]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