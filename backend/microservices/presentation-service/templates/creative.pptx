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11480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[TITLE]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E93D8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[SLIDE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[Point 1]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[Point 2]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[Point 3]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