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9E9E9E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[SLIDE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[Point 1]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[Point 2]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[Point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