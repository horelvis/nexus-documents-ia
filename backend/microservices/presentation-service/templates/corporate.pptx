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4114800" cy="685800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[TITLE]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96D6"/>
                </a:solidFill>
              </a:defRPr>
            </a:pPr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[SLIDE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[Point 1]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[Point 2]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[Point 3]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